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96920" y="1989622"/>
            <a:ext cx="6696132" cy="6307756"/>
          </a:xfrm>
          <a:custGeom>
            <a:avLst/>
            <a:gdLst/>
            <a:ahLst/>
            <a:cxnLst/>
            <a:rect r="r" b="b" t="t" l="l"/>
            <a:pathLst>
              <a:path h="6307756" w="6696132">
                <a:moveTo>
                  <a:pt x="0" y="0"/>
                </a:moveTo>
                <a:lnTo>
                  <a:pt x="6696133" y="0"/>
                </a:lnTo>
                <a:lnTo>
                  <a:pt x="6696133" y="6307756"/>
                </a:lnTo>
                <a:lnTo>
                  <a:pt x="0" y="6307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94947" y="3387724"/>
            <a:ext cx="8115300" cy="287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KHẢO SÁT </a:t>
            </a:r>
            <a:r>
              <a:rPr lang="en-US" b="true" sz="80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CÁC NỀN TẢNG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816975"/>
            <a:ext cx="8115300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G VIỆC THỰC TẬP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NGƯỜI TRÌNH BÀY: NGUYỄN HOÀNG NGHĨA (220996)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63549" y="1120578"/>
            <a:ext cx="1064884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259300" y="0"/>
            <a:ext cx="1028700" cy="1004395"/>
            <a:chOff x="0" y="0"/>
            <a:chExt cx="270933" cy="2645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710137" y="2515674"/>
            <a:ext cx="5816113" cy="5255651"/>
          </a:xfrm>
          <a:custGeom>
            <a:avLst/>
            <a:gdLst/>
            <a:ahLst/>
            <a:cxnLst/>
            <a:rect r="r" b="b" t="t" l="l"/>
            <a:pathLst>
              <a:path h="5255651" w="5816113">
                <a:moveTo>
                  <a:pt x="0" y="0"/>
                </a:moveTo>
                <a:lnTo>
                  <a:pt x="5816113" y="0"/>
                </a:lnTo>
                <a:lnTo>
                  <a:pt x="5816113" y="5255652"/>
                </a:lnTo>
                <a:lnTo>
                  <a:pt x="0" y="5255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15131" y="4328719"/>
            <a:ext cx="9452633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NỘI DUNG TRÌNH BÀY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5131" y="5577401"/>
            <a:ext cx="7018919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Mục đích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sử dụng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Điểm khác nhau giữa các nền tảng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07898" y="1120578"/>
            <a:ext cx="1049738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5131" y="2448999"/>
            <a:ext cx="7018919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Cá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 nền tảng nghiên cứu: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OpenAI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Google Gemini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Grok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4208" y="2405610"/>
            <a:ext cx="6812791" cy="5475781"/>
          </a:xfrm>
          <a:custGeom>
            <a:avLst/>
            <a:gdLst/>
            <a:ahLst/>
            <a:cxnLst/>
            <a:rect r="r" b="b" t="t" l="l"/>
            <a:pathLst>
              <a:path h="5475781" w="6812791">
                <a:moveTo>
                  <a:pt x="0" y="0"/>
                </a:moveTo>
                <a:lnTo>
                  <a:pt x="6812791" y="0"/>
                </a:lnTo>
                <a:lnTo>
                  <a:pt x="6812791" y="5475780"/>
                </a:lnTo>
                <a:lnTo>
                  <a:pt x="0" y="5475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47408" y="1904606"/>
            <a:ext cx="5782897" cy="248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TỔ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NG QUAN </a:t>
            </a:r>
          </a:p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NỀN 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TẢNG 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29397" y="4435475"/>
            <a:ext cx="7018919" cy="482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iện nay các nền tảng AI sử dụng Large Language Models (LLM) để xử lý và tạo nội dung từ ngôn ngữ tự nhiên.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LLM có khả năng: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Trả lời câu hỏi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Viết nội dung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Phân tích dữ liệu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Hỗ trợ lập trình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Tạo chatbot AI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63549" y="1120578"/>
            <a:ext cx="1067992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4208" y="2405610"/>
            <a:ext cx="6812791" cy="5475781"/>
          </a:xfrm>
          <a:custGeom>
            <a:avLst/>
            <a:gdLst/>
            <a:ahLst/>
            <a:cxnLst/>
            <a:rect r="r" b="b" t="t" l="l"/>
            <a:pathLst>
              <a:path h="5475781" w="6812791">
                <a:moveTo>
                  <a:pt x="0" y="0"/>
                </a:moveTo>
                <a:lnTo>
                  <a:pt x="6812791" y="0"/>
                </a:lnTo>
                <a:lnTo>
                  <a:pt x="6812791" y="5475780"/>
                </a:lnTo>
                <a:lnTo>
                  <a:pt x="0" y="5475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62947" y="1965061"/>
            <a:ext cx="5782897" cy="248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TỔ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NG QUAN </a:t>
            </a:r>
          </a:p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NỀN 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TẢNG 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44936" y="4495930"/>
            <a:ext cx="7018919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Một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số nền tảng AI phổ biến hiện nay gồm: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OpenAI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Google Gemini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Grok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Các nền tảng này cung cấp API để tích hợp AI vào ứng dụng phần mềm.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63549" y="1120578"/>
            <a:ext cx="1067992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20122" y="2403278"/>
            <a:ext cx="6496216" cy="5480444"/>
          </a:xfrm>
          <a:custGeom>
            <a:avLst/>
            <a:gdLst/>
            <a:ahLst/>
            <a:cxnLst/>
            <a:rect r="r" b="b" t="t" l="l"/>
            <a:pathLst>
              <a:path h="5480444" w="6496216">
                <a:moveTo>
                  <a:pt x="0" y="0"/>
                </a:moveTo>
                <a:lnTo>
                  <a:pt x="6496216" y="0"/>
                </a:lnTo>
                <a:lnTo>
                  <a:pt x="6496216" y="5480444"/>
                </a:lnTo>
                <a:lnTo>
                  <a:pt x="0" y="5480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709340" y="2272906"/>
            <a:ext cx="3430143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PENAI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5676" y="3120631"/>
            <a:ext cx="8417471" cy="701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Op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enAI là công ty nghiên cứu trí tuệ nhân tạo phát triển nhiều mô hình AI nổi tiếng như GPT.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OpenAI cung cấp các dịch vụ AI thông qua API để các lập trình viên tích hợp vào hệ thống của mình.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Một số ứng dụng phổ biến của OpenAI: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Chatbot AI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Trợ lý ảo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Hỗ trợ lập trình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Phân tích và xử lý văn bản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Tạo nội dung tự động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OpenAI được sử dụng rộng rãi trong nhiều hệ thống AI hiện nay.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63549" y="1120578"/>
            <a:ext cx="1066438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83464" y="2633330"/>
            <a:ext cx="15121072" cy="5831220"/>
            <a:chOff x="0" y="0"/>
            <a:chExt cx="20161430" cy="77749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67235" cy="6693788"/>
            </a:xfrm>
            <a:custGeom>
              <a:avLst/>
              <a:gdLst/>
              <a:ahLst/>
              <a:cxnLst/>
              <a:rect r="r" b="b" t="t" l="l"/>
              <a:pathLst>
                <a:path h="6693788" w="8367235">
                  <a:moveTo>
                    <a:pt x="0" y="0"/>
                  </a:moveTo>
                  <a:lnTo>
                    <a:pt x="8367235" y="0"/>
                  </a:lnTo>
                  <a:lnTo>
                    <a:pt x="8367235" y="6693788"/>
                  </a:lnTo>
                  <a:lnTo>
                    <a:pt x="0" y="6693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0390776" y="750802"/>
              <a:ext cx="9770653" cy="1266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GOOGL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 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390776" y="1950952"/>
              <a:ext cx="9358559" cy="5824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Go</a:t>
              </a: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ogle Gemini là nền tảng AI do Google phát triển.</a:t>
              </a: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Gemini được tích hợp với hệ sinh thái của Google và có khả năng xử lý nhiều loại dữ liệu như: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Văn bản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Hình ảnh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Video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Âm thanh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63549" y="1120578"/>
            <a:ext cx="1071100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83464" y="2633330"/>
            <a:ext cx="15121072" cy="5020341"/>
            <a:chOff x="0" y="0"/>
            <a:chExt cx="20161430" cy="66937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67235" cy="6693788"/>
            </a:xfrm>
            <a:custGeom>
              <a:avLst/>
              <a:gdLst/>
              <a:ahLst/>
              <a:cxnLst/>
              <a:rect r="r" b="b" t="t" l="l"/>
              <a:pathLst>
                <a:path h="6693788" w="8367235">
                  <a:moveTo>
                    <a:pt x="0" y="0"/>
                  </a:moveTo>
                  <a:lnTo>
                    <a:pt x="8367235" y="0"/>
                  </a:lnTo>
                  <a:lnTo>
                    <a:pt x="8367235" y="6693788"/>
                  </a:lnTo>
                  <a:lnTo>
                    <a:pt x="0" y="6693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0390776" y="750802"/>
              <a:ext cx="9770653" cy="1266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GOOGL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 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390776" y="1950952"/>
              <a:ext cx="9358559" cy="4655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Gemini cung cấp API để các nhà phát triển tích hợp AI vào ứng dụng của mình.</a:t>
              </a: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Một số ứng dụng của Gemini: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Chatbot AI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Phân tích dữ liệu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Tạo nội dung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Trợ lý</a:t>
              </a: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 AI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63549" y="1120578"/>
            <a:ext cx="1071100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27777" y="2648295"/>
            <a:ext cx="5050900" cy="4990410"/>
          </a:xfrm>
          <a:custGeom>
            <a:avLst/>
            <a:gdLst/>
            <a:ahLst/>
            <a:cxnLst/>
            <a:rect r="r" b="b" t="t" l="l"/>
            <a:pathLst>
              <a:path h="4990410" w="5050900">
                <a:moveTo>
                  <a:pt x="0" y="0"/>
                </a:moveTo>
                <a:lnTo>
                  <a:pt x="5050900" y="0"/>
                </a:lnTo>
                <a:lnTo>
                  <a:pt x="5050900" y="4990410"/>
                </a:lnTo>
                <a:lnTo>
                  <a:pt x="0" y="499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27122" y="2001191"/>
            <a:ext cx="2605713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GR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OK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864" y="3145330"/>
            <a:ext cx="9334299" cy="613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Gr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ok là mô hình AI được phát triển bởi công ty xAI của Elon Musk.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Grok được thiết kế để tích hợp với nền tảng mạng xã hội X và cung cấp khả năng xử lý ngôn ngữ tự nhiên.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Một số đặc điểm của Grok: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Trả lời câu hỏi theo thời gian thực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Tích hợp với dữ liệu mạng xã hội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Có khả năng phân tích thông tin nhanh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Grok cũng cung cấp API để các nhà phát triển xây dựng ứng dụng AI.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1860932" y="8816975"/>
            <a:ext cx="539836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3549" y="1120578"/>
            <a:ext cx="1064884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63549" y="1120578"/>
            <a:ext cx="1064884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55804" y="1704778"/>
            <a:ext cx="9048101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MỤC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ĐÍC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 SỬ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 DỤNG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55804" y="2808231"/>
            <a:ext cx="9203496" cy="569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Các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nền tảng AI như OpenAI, Gemini và Grok được sử dụng để xây dựng nhiều loại ứng dụng thông minh.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Một số mục đích sử dụng phổ biến: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Xây dựng chatbot hỗ trợ khách hàng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Tạo trợ lý AI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Phân tích và xử lý dữ liệu văn bản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Tự động hóa quy trình làm việc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Hỗ trợ lập trình và tạo nội dung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Nhờ các API do các nền tảng cung cấp, AI có thể được tích hợp vào nhiều hệ thống phần mềm khác nhau.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92721" y="2687572"/>
            <a:ext cx="5457617" cy="4911855"/>
          </a:xfrm>
          <a:custGeom>
            <a:avLst/>
            <a:gdLst/>
            <a:ahLst/>
            <a:cxnLst/>
            <a:rect r="r" b="b" t="t" l="l"/>
            <a:pathLst>
              <a:path h="4911855" w="5457617">
                <a:moveTo>
                  <a:pt x="0" y="0"/>
                </a:moveTo>
                <a:lnTo>
                  <a:pt x="5457617" y="0"/>
                </a:lnTo>
                <a:lnTo>
                  <a:pt x="5457617" y="4911856"/>
                </a:lnTo>
                <a:lnTo>
                  <a:pt x="0" y="4911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91625" y="3307045"/>
            <a:ext cx="11301259" cy="3672909"/>
          </a:xfrm>
          <a:custGeom>
            <a:avLst/>
            <a:gdLst/>
            <a:ahLst/>
            <a:cxnLst/>
            <a:rect r="r" b="b" t="t" l="l"/>
            <a:pathLst>
              <a:path h="3672909" w="11301259">
                <a:moveTo>
                  <a:pt x="0" y="0"/>
                </a:moveTo>
                <a:lnTo>
                  <a:pt x="11301259" y="0"/>
                </a:lnTo>
                <a:lnTo>
                  <a:pt x="11301259" y="3672910"/>
                </a:lnTo>
                <a:lnTo>
                  <a:pt x="0" y="3672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95336" y="2082615"/>
            <a:ext cx="1209383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SO SÁNH CÁC NỀN TẢN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G 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3549" y="1120578"/>
            <a:ext cx="1064884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1625" y="7227605"/>
            <a:ext cx="11301259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Đ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iểm khác nhau cơ bản: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OpenAI có hệ sinh thái API mạnh và phổ biến.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Gemini tích hợp tốt với các dịch vụ của Google.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Grok tập trung vào dữ liệu thời gian thực từ nền tảng X.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63549" y="1120578"/>
            <a:ext cx="1082347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187027" y="2634340"/>
            <a:ext cx="4963574" cy="5018320"/>
          </a:xfrm>
          <a:custGeom>
            <a:avLst/>
            <a:gdLst/>
            <a:ahLst/>
            <a:cxnLst/>
            <a:rect r="r" b="b" t="t" l="l"/>
            <a:pathLst>
              <a:path h="5018320" w="4963574">
                <a:moveTo>
                  <a:pt x="0" y="0"/>
                </a:moveTo>
                <a:lnTo>
                  <a:pt x="4963574" y="0"/>
                </a:lnTo>
                <a:lnTo>
                  <a:pt x="4963574" y="5018320"/>
                </a:lnTo>
                <a:lnTo>
                  <a:pt x="0" y="5018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37399" y="4944383"/>
            <a:ext cx="204365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PHONE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7399" y="6475026"/>
            <a:ext cx="204365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ADDRESS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7399" y="5432539"/>
            <a:ext cx="324163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0397 419 555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86294" y="4944383"/>
            <a:ext cx="185510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EMAIL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86294" y="5432539"/>
            <a:ext cx="515267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nhoangnghia2104@gmail.com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7399" y="6963580"/>
            <a:ext cx="5152678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Trường Đại học Nam Cần Thơ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Khoa Công nghệ thông tin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7399" y="2993891"/>
            <a:ext cx="844170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THÔNG TIN LIÊN HỆ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63549" y="1120578"/>
            <a:ext cx="1085085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580578" y="2733288"/>
            <a:ext cx="4820425" cy="4820425"/>
          </a:xfrm>
          <a:custGeom>
            <a:avLst/>
            <a:gdLst/>
            <a:ahLst/>
            <a:cxnLst/>
            <a:rect r="r" b="b" t="t" l="l"/>
            <a:pathLst>
              <a:path h="4820425" w="4820425">
                <a:moveTo>
                  <a:pt x="0" y="0"/>
                </a:moveTo>
                <a:lnTo>
                  <a:pt x="4820425" y="0"/>
                </a:lnTo>
                <a:lnTo>
                  <a:pt x="4820425" y="4820424"/>
                </a:lnTo>
                <a:lnTo>
                  <a:pt x="0" y="48204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34589" y="3641137"/>
            <a:ext cx="6572833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 spc="293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THANKS FOR WATCHING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55082" y="6199194"/>
            <a:ext cx="853184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Nguyễn Hoàng Nghĩa - DH22TIN09 -  220996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DAHDUw000kc</dc:identifier>
  <dcterms:modified xsi:type="dcterms:W3CDTF">2011-08-01T06:04:30Z</dcterms:modified>
  <cp:revision>1</cp:revision>
  <dc:title>KHẢO SÁT CÁC NỀN TẢNG AI</dc:title>
</cp:coreProperties>
</file>